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A83BF-62CA-464C-A19C-2C4BE9EC6FCC}" v="5" dt="2026-05-04T00:32:12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8" d="100"/>
          <a:sy n="38" d="100"/>
        </p:scale>
        <p:origin x="12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na Banen" userId="2dfdd7d3d45d9c6c" providerId="LiveId" clId="{0DDE0FFF-D3CF-4B4B-A433-5E6731C8137C}"/>
    <pc:docChg chg="custSel delSld modSld">
      <pc:chgData name="Gina Banen" userId="2dfdd7d3d45d9c6c" providerId="LiveId" clId="{0DDE0FFF-D3CF-4B4B-A433-5E6731C8137C}" dt="2026-05-04T00:34:10.569" v="41" actId="207"/>
      <pc:docMkLst>
        <pc:docMk/>
      </pc:docMkLst>
      <pc:sldChg chg="del">
        <pc:chgData name="Gina Banen" userId="2dfdd7d3d45d9c6c" providerId="LiveId" clId="{0DDE0FFF-D3CF-4B4B-A433-5E6731C8137C}" dt="2026-05-04T00:20:03.794" v="0" actId="47"/>
        <pc:sldMkLst>
          <pc:docMk/>
          <pc:sldMk cId="0" sldId="259"/>
        </pc:sldMkLst>
      </pc:sldChg>
      <pc:sldChg chg="modSp mod">
        <pc:chgData name="Gina Banen" userId="2dfdd7d3d45d9c6c" providerId="LiveId" clId="{0DDE0FFF-D3CF-4B4B-A433-5E6731C8137C}" dt="2026-05-04T00:34:10.569" v="41" actId="207"/>
        <pc:sldMkLst>
          <pc:docMk/>
          <pc:sldMk cId="0" sldId="260"/>
        </pc:sldMkLst>
        <pc:spChg chg="mod">
          <ac:chgData name="Gina Banen" userId="2dfdd7d3d45d9c6c" providerId="LiveId" clId="{0DDE0FFF-D3CF-4B4B-A433-5E6731C8137C}" dt="2026-05-04T00:32:41.475" v="3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Gina Banen" userId="2dfdd7d3d45d9c6c" providerId="LiveId" clId="{0DDE0FFF-D3CF-4B4B-A433-5E6731C8137C}" dt="2026-05-04T00:34:10.569" v="41" actId="207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595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arltrees.com/mickaelboutruche/technologique-javascript/id1723332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earltrees.com/tonybloc/javascript-frameworks/id1991378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Frameworks JavaScript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Technologique 2026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quoi un Framework 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27432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ensemble d'outils et de règles pour construire des sites web rapidement et facilement.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 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 organisé et structuré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Gain de temps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Facile à maintenir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Grande communauté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Plus Populaires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32004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plus utilisé. Créé par Facebook. Pour les interfaces complexes.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743200" cy="320040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5"/>
          <p:cNvSpPr/>
          <p:nvPr/>
        </p:nvSpPr>
        <p:spPr>
          <a:xfrm>
            <a:off x="352044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20440" y="21031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et progressive. Parfait pour débuter et pour les petits projets.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2743200" cy="3200400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21031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 et puissant. Pour les grandes applications professionnelles.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A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frameworks JavaScript sont essentiels pour créer des applications web modernes, rapides et </a:t>
            </a:r>
            <a:r>
              <a:rPr lang="en-US" sz="2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maintenables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solidFill>
                  <a:schemeClr val="bg1"/>
                </a:solidFill>
              </a:rPr>
              <a:t>Sources </a:t>
            </a:r>
            <a:r>
              <a:rPr lang="en-US" sz="2000" dirty="0" err="1">
                <a:solidFill>
                  <a:schemeClr val="bg1"/>
                </a:solidFill>
              </a:rPr>
              <a:t>utilisées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>
                <a:hlinkClick r:id="rId3"/>
              </a:rPr>
              <a:t>https://www.pearltrees.com/mickaelboutruche/technologique-javascript/id17233323</a:t>
            </a:r>
            <a:endParaRPr lang="en-US" sz="2000" dirty="0"/>
          </a:p>
          <a:p>
            <a:r>
              <a:rPr lang="en-US" sz="2000" dirty="0">
                <a:hlinkClick r:id="rId4"/>
              </a:rPr>
              <a:t>https://www.pearltrees.com/tonybloc/javascript-frameworks/id19913787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Vue et Angular : 3 choix solides pour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151</Words>
  <Application>Microsoft Office PowerPoint</Application>
  <PresentationFormat>Affichage à l'écran (16:9)</PresentationFormat>
  <Paragraphs>28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Gina Banen</cp:lastModifiedBy>
  <cp:revision>1</cp:revision>
  <dcterms:created xsi:type="dcterms:W3CDTF">2026-05-04T00:12:45Z</dcterms:created>
  <dcterms:modified xsi:type="dcterms:W3CDTF">2026-05-04T00:34:22Z</dcterms:modified>
</cp:coreProperties>
</file>